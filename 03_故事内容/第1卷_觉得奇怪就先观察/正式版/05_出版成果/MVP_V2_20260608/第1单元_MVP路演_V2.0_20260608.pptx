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0"/>
            <a:ext cx="134416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学堂趣事录 · Vol1 Unit1</a:t>
            </a:r>
          </a:p>
          <a:p>
            <a:pPr>
              <a:defRPr sz="1800"/>
            </a:pPr>
            <a:r>
              <a:t>MVP V2.0 · A001–A005 · 2026-06-08 deadline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A001 · 全班都听见了他的声音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3441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JP: クラス全員が彼の声を聞いた</a:t>
            </a:r>
          </a:p>
          <a:p>
            <a:pPr>
              <a:defRPr sz="1600"/>
            </a:pPr>
            <a:r>
              <a:t>放送の声は光のものではない——ファイルと波形が先に語る。</a:t>
            </a:r>
          </a:p>
          <a:p>
            <a:pPr>
              <a:defRPr sz="1600"/>
            </a:pPr>
            <a:r>
              <a:t>CN: REVIEW_LOOP R3 · Hybrid Voice V2.0</a:t>
            </a:r>
          </a:p>
          <a:p>
            <a:pPr>
              <a:defRPr sz="1600"/>
            </a:pPr>
            <a:r>
              <a:t>Illus: G1draft / V2 depth anchor · DEMO removed 2026-06-08</a:t>
            </a:r>
          </a:p>
          <a:p>
            <a:pPr>
              <a:defRPr sz="1600"/>
            </a:pPr>
            <a:r>
              <a:t>Status: MVP test sample · 非 G-IMG PRODUCT 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A002 · 没有人写过的道歉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3441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JP: 誰も書いていない謝罪</a:t>
            </a:r>
          </a:p>
          <a:p>
            <a:pPr>
              <a:defRPr sz="1600"/>
            </a:pPr>
            <a:r>
              <a:t>黒板に謝罪の字——書いた人は教室に入っていない。</a:t>
            </a:r>
          </a:p>
          <a:p>
            <a:pPr>
              <a:defRPr sz="1600"/>
            </a:pPr>
            <a:r>
              <a:t>CN: REVIEW_LOOP R3 · Hybrid Voice V2.0</a:t>
            </a:r>
          </a:p>
          <a:p>
            <a:pPr>
              <a:defRPr sz="1600"/>
            </a:pPr>
            <a:r>
              <a:t>Illus: G1draft / V2 depth anchor · DEMO removed 2026-06-08</a:t>
            </a:r>
          </a:p>
          <a:p>
            <a:pPr>
              <a:defRPr sz="1600"/>
            </a:pPr>
            <a:r>
              <a:t>Status: MVP test sample · 非 G-IMG PRODUCT 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A003 · 每个人都记得的海报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3441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JP: みんな覚えているポスター</a:t>
            </a:r>
          </a:p>
          <a:p>
            <a:pPr>
              <a:defRPr sz="1600"/>
            </a:pPr>
            <a:r>
              <a:t>三人が三種類のポスターを覚えている——実物はない。</a:t>
            </a:r>
          </a:p>
          <a:p>
            <a:pPr>
              <a:defRPr sz="1600"/>
            </a:pPr>
            <a:r>
              <a:t>CN: REVIEW_LOOP R3 · Hybrid Voice V2.0</a:t>
            </a:r>
          </a:p>
          <a:p>
            <a:pPr>
              <a:defRPr sz="1600"/>
            </a:pPr>
            <a:r>
              <a:t>Illus: G1draft / V2 depth anchor · DEMO removed 2026-06-08</a:t>
            </a:r>
          </a:p>
          <a:p>
            <a:pPr>
              <a:defRPr sz="1600"/>
            </a:pPr>
            <a:r>
              <a:t>Status: MVP test sample · 非 G-IMG PRODUCT 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A004 · 只出现在她抽屉里的失物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3441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JP: 彼女の引き出しにだけ現れた落とし物</a:t>
            </a:r>
          </a:p>
          <a:p>
            <a:pPr>
              <a:defRPr sz="1600"/>
            </a:pPr>
            <a:r>
              <a:t>鍵のない引き出しに物が現れる——振動と傾きが鍵。</a:t>
            </a:r>
          </a:p>
          <a:p>
            <a:pPr>
              <a:defRPr sz="1600"/>
            </a:pPr>
            <a:r>
              <a:t>CN: REVIEW_LOOP R3 · Hybrid Voice V2.0</a:t>
            </a:r>
          </a:p>
          <a:p>
            <a:pPr>
              <a:defRPr sz="1600"/>
            </a:pPr>
            <a:r>
              <a:t>Illus: G1draft / V2 depth anchor · DEMO removed 2026-06-08</a:t>
            </a:r>
          </a:p>
          <a:p>
            <a:pPr>
              <a:defRPr sz="1600"/>
            </a:pPr>
            <a:r>
              <a:t>Status: MVP test sample · 非 G-IMG PRODUCT 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A005 · 午休后消失的影子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3441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JP: 昼休みのあと消えた影</a:t>
            </a:r>
          </a:p>
          <a:p>
            <a:pPr>
              <a:defRPr sz="1600"/>
            </a:pPr>
            <a:r>
              <a:t>集合写真で一人だけ影がない——タイムラインのずれ。</a:t>
            </a:r>
          </a:p>
          <a:p>
            <a:pPr>
              <a:defRPr sz="1600"/>
            </a:pPr>
            <a:r>
              <a:t>CN: REVIEW_LOOP R3 · Hybrid Voice V2.0</a:t>
            </a:r>
          </a:p>
          <a:p>
            <a:pPr>
              <a:defRPr sz="1600"/>
            </a:pPr>
            <a:r>
              <a:t>Illus: G1draft / V2 depth anchor · DEMO removed 2026-06-08</a:t>
            </a:r>
          </a:p>
          <a:p>
            <a:pPr>
              <a:defRPr sz="1600"/>
            </a:pPr>
            <a:r>
              <a:t>Status: MVP test sample · 非 G-IMG PRODUCT 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MVP 交付摘要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344168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CN正文：五案 R3 reader-flow 完成</a:t>
            </a:r>
          </a:p>
          <a:p>
            <a:pPr>
              <a:defRPr sz="1600"/>
            </a:pPr>
            <a:r>
              <a:t>JP：五案 G-JP MVP（A001 full · A002–A005 batch 2026-06-08）</a:t>
            </a:r>
          </a:p>
          <a:p>
            <a:pPr>
              <a:defRPr sz="1600"/>
            </a:pPr>
            <a:r>
              <a:t>插图：MVP 10 关键帧（1 G1 c01 + 9 G1 PH）· CLASS_5-2 座席同步 · 案01–05 子目录</a:t>
            </a:r>
          </a:p>
          <a:p>
            <a:pPr>
              <a:defRPr sz="1600"/>
            </a:pPr>
            <a:r>
              <a:t>PDF：中日各一 · reader.html 可浏览器打印</a:t>
            </a:r>
          </a:p>
          <a:p>
            <a:pPr>
              <a:defRPr sz="1600"/>
            </a:pPr>
            <a:r>
              <a:t>Gap：G-JP LOCK · G-IMG PRODUCT · E06 PASS 待后续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