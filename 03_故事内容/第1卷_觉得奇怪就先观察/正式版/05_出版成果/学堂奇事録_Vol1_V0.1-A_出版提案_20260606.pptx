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011680"/>
            <a:ext cx="1344168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V0.1-A · 第一話审阅包</a:t>
            </a:r>
          </a:p>
          <a:p>
            <a:pPr algn="ctr">
              <a:defRPr sz="1800"/>
            </a:pPr>
            <a:r>
              <a:t>序 + A001 めくれたポスター · 日本語主 + 中文附录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3441680" cy="731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Gate A 正典</a:t>
            </a:r>
          </a:p>
          <a:p>
            <a:pPr>
              <a:spcBef>
                <a:spcPts val="800"/>
              </a:spcBef>
              <a:defRPr sz="1600"/>
            </a:pPr>
            <a:r>
              <a:t>• NOT 湿椅子 · Plan B · A001=めくれたポスター</a:t>
            </a:r>
          </a:p>
          <a:p>
            <a:pPr>
              <a:spcBef>
                <a:spcPts val="800"/>
              </a:spcBef>
              <a:defRPr sz="1600"/>
            </a:pPr>
            <a:r>
              <a:t>• 专家/编辑/美工并行审稿</a:t>
            </a:r>
          </a:p>
          <a:p>
            <a:pPr>
              <a:spcBef>
                <a:spcPts val="800"/>
              </a:spcBef>
              <a:defRPr sz="1600"/>
            </a:pPr>
            <a:r>
              <a:t>• 插图=探索稿 v0.1/v0.2 · RGB</a:t>
            </a:r>
          </a:p>
          <a:p>
            <a:pPr>
              <a:spcBef>
                <a:spcPts val="800"/>
              </a:spcBef>
              <a:defRPr sz="1600"/>
            </a:pPr>
            <a:r>
              <a:t>• PDF：学堂奇事録_Vol1_V0.1-A_第一話审阅包_日本語_20260606.pdf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3441680" cy="731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Shot Map V1.2</a:t>
            </a:r>
          </a:p>
          <a:p>
            <a:pPr>
              <a:spcBef>
                <a:spcPts val="800"/>
              </a:spcBef>
              <a:defRPr sz="1600"/>
            </a:pPr>
            <a:r>
              <a:t>L0: DA1–DA4 + DB1 + DC1（v0.2）</a:t>
            </a:r>
          </a:p>
          <a:p>
            <a:pPr>
              <a:spcBef>
                <a:spcPts val="800"/>
              </a:spcBef>
              <a:defRPr sz="1600"/>
            </a:pPr>
            <a:r>
              <a:t>L1: V-S02 瑆 + DA2b/DA3b/DA4b（v0.1）</a:t>
            </a:r>
          </a:p>
          <a:p>
            <a:pPr>
              <a:spcBef>
                <a:spcPts val="800"/>
              </a:spcBef>
              <a:defRPr sz="1600"/>
            </a:pPr>
            <a:r>
              <a:t>L2: V-S00 序钩 · CL-01 线索卡</a:t>
            </a:r>
          </a:p>
          <a:p>
            <a:pPr>
              <a:spcBef>
                <a:spcPts val="800"/>
              </a:spcBef>
              <a:defRPr sz="1600"/>
            </a:pPr>
            <a:r>
              <a:t>四栏审核：文字/科学/插画/日本文化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DA1 · depth_anchor v0.2</a:t>
            </a:r>
          </a:p>
        </p:txBody>
      </p:sp>
      <p:pic>
        <p:nvPicPr>
          <p:cNvPr id="3" name="Picture 2" descr="V-S01-A1_侧廊发现_v0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548640"/>
            <a:ext cx="9144000" cy="609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